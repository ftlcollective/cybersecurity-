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2743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11887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21031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30175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39319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2743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11887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21031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0" y="30175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0" y="39319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2743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1887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1031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30175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9319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2743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11887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21031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30175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0" y="39319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23760" y="2743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0" y="11887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0" y="21031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3760" y="30175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39319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0" y="2743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11887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0" y="21031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0" y="30175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0" y="39319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0" y="2743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21040" y="11887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21040" y="21031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21040" y="30175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39319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69680" y="2743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69680" y="11887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869680" y="21031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69680" y="30175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69680" y="3931920"/>
            <a:ext cx="54864" cy="54864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03520" y="27432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10058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🔍</a:t>
            </a:r>
            <a:endParaRPr lang="en-US" sz="8000" dirty="0"/>
          </a:p>
        </p:txBody>
      </p:sp>
      <p:sp>
        <p:nvSpPr>
          <p:cNvPr id="45" name="Text 43"/>
          <p:cNvSpPr/>
          <p:nvPr/>
        </p:nvSpPr>
        <p:spPr>
          <a:xfrm>
            <a:off x="274320" y="73152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6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SHODAN.IO</a:t>
            </a:r>
            <a:endParaRPr lang="en-US" sz="5600" dirty="0"/>
          </a:p>
        </p:txBody>
      </p:sp>
      <p:sp>
        <p:nvSpPr>
          <p:cNvPr id="46" name="Text 44"/>
          <p:cNvSpPr/>
          <p:nvPr/>
        </p:nvSpPr>
        <p:spPr>
          <a:xfrm>
            <a:off x="274320" y="17373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Search Engine for the Internet of Things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274320" y="2377440"/>
            <a:ext cx="5029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25146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TryHackMe Room — Cyber Security Group Presentation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27432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cover: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274320" y="3429000"/>
            <a:ext cx="201168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74320" y="3429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Shodan?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423160" y="3429000"/>
            <a:ext cx="201168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2423160" y="3429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Filters &amp; Dorks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0" y="3429000"/>
            <a:ext cx="201168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572000" y="3429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Shodan Monitor &amp; Extensions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720840" y="3429000"/>
            <a:ext cx="201168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720840" y="3429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Shodan API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🔍  WHAT IS SHODAN?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206240" cy="3200400"/>
          </a:xfrm>
          <a:prstGeom prst="rect">
            <a:avLst/>
          </a:prstGeom>
          <a:solidFill>
            <a:srgbClr val="161B22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this...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searches WEBSITES.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Shodan searches DEVICES.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22860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Shodan scans the entire internet and records what services are running on every device — then lets you search them.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32004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Is your coffee machine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on the internet?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205740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960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09160" y="1371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Cameras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664208"/>
            <a:ext cx="205740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accessible cameras worldwide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903720" y="914400"/>
            <a:ext cx="205740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960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903720" y="1371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03720" y="1664208"/>
            <a:ext cx="205740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Apache, Nginx, IIS servers globally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2423160"/>
            <a:ext cx="205740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2468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709160" y="28803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3172968"/>
            <a:ext cx="205740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MySQL, MongoDB, Redis instances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03720" y="2423160"/>
            <a:ext cx="205740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03720" y="2468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🏭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903720" y="28803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ICS/SCADA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03720" y="3172968"/>
            <a:ext cx="205740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control systems exposed online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28600" y="42976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Security researchers · Penetration testers · Bug bounty hunters · Companies checking their own exposure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HOW SHODAN WORKS — BANNERS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057400" cy="1920240"/>
          </a:xfrm>
          <a:prstGeom prst="rect">
            <a:avLst/>
          </a:prstGeom>
          <a:solidFill>
            <a:srgbClr val="161B22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804672"/>
            <a:ext cx="685800" cy="6858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8046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" y="1005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" y="1417320"/>
            <a:ext cx="2057400" cy="12801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Shodan constantly scans all public IP addresses across the internet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1828800"/>
            <a:ext cx="155448" cy="10972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1448" y="914400"/>
            <a:ext cx="2057400" cy="1920240"/>
          </a:xfrm>
          <a:prstGeom prst="rect">
            <a:avLst/>
          </a:prstGeom>
          <a:solidFill>
            <a:srgbClr val="161B22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27248" y="804672"/>
            <a:ext cx="685800" cy="6858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27248" y="8046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41448" y="1005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41448" y="1417320"/>
            <a:ext cx="2057400" cy="12801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connects to open ports (80, 443, 22, 3306, etc.) on every device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98848" y="1828800"/>
            <a:ext cx="155448" cy="10972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54296" y="914400"/>
            <a:ext cx="2057400" cy="1920240"/>
          </a:xfrm>
          <a:prstGeom prst="rect">
            <a:avLst/>
          </a:prstGeom>
          <a:solidFill>
            <a:srgbClr val="161B22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40096" y="804672"/>
            <a:ext cx="685800" cy="6858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0096" y="8046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54296" y="1005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54296" y="1417320"/>
            <a:ext cx="2057400" cy="12801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 responds with a 'banner' — info about what's running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11696" y="1828800"/>
            <a:ext cx="155448" cy="10972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67144" y="914400"/>
            <a:ext cx="2057400" cy="1920240"/>
          </a:xfrm>
          <a:prstGeom prst="rect">
            <a:avLst/>
          </a:prstGeom>
          <a:solidFill>
            <a:srgbClr val="161B22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52944" y="804672"/>
            <a:ext cx="685800" cy="6858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52944" y="8046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67144" y="1005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67144" y="1417320"/>
            <a:ext cx="2057400" cy="12801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Shodan stores &amp; indexes the banner, making it searchable by anyone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8600" y="3017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Banner (what Shodan actually stores):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3364992"/>
            <a:ext cx="8686800" cy="1508760"/>
          </a:xfrm>
          <a:prstGeom prst="rect">
            <a:avLst/>
          </a:prstGeom>
          <a:solidFill>
            <a:srgbClr val="0A0E14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5760" y="3401568"/>
            <a:ext cx="8412480" cy="1417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"Moxa Nport Device",   "Status": "Authentication disabled",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"ip_str": "46.252.132.235",   "port": 4800,   "org": "Starhub Mobile",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"location": { "country_code": "SG"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🔎  SEARCHING WITH FILTERS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8686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Shodan's power comes from its search filters. You can narrow results by port, location, product, vulnerability and more.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42519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417320"/>
            <a:ext cx="73152" cy="10058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4904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asn:AS14061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" y="1856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all IPs belonging to a specific company (DigitalOcean here)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81728" y="1417320"/>
            <a:ext cx="42519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1417320"/>
            <a:ext cx="73152" cy="10058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4904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product:MySQL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856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devices running a specific service or product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560320"/>
            <a:ext cx="42519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560320"/>
            <a:ext cx="73152" cy="10058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26334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port:22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" y="2999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devices with a specific port open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81728" y="2560320"/>
            <a:ext cx="42519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81728" y="2560320"/>
            <a:ext cx="73152" cy="10058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6334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country:ZA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999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results to a specific country (ZA = South Africa)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3703320"/>
            <a:ext cx="42519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703320"/>
            <a:ext cx="73152" cy="10058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37764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os:"Windows 10"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3192" y="4142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operating system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81728" y="3703320"/>
            <a:ext cx="42519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81728" y="3703320"/>
            <a:ext cx="73152" cy="10058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7764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vuln:ms17-010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4142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IPs vulnerable to EternalBlue (premium only)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8600" y="4663440"/>
            <a:ext cx="8686800" cy="365760"/>
          </a:xfrm>
          <a:prstGeom prst="rect">
            <a:avLst/>
          </a:prstGeom>
          <a:solidFill>
            <a:srgbClr val="1A233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6634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 Combine filters!   e.g.  asn:AS14061 product:MySQL  — finds MySQL servers in DigitalOcean's network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AUTONOMOUS SYSTEM NUMBERS (ASN)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8686800" cy="731520"/>
          </a:xfrm>
          <a:prstGeom prst="rect">
            <a:avLst/>
          </a:prstGeom>
          <a:solidFill>
            <a:srgbClr val="161B22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686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ASN is a unique number that identifies a large organisation's block of IP addresses. Think of it as a postcode for a company's internet space.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828800"/>
            <a:ext cx="868680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828800"/>
            <a:ext cx="1188720" cy="841248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828800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19019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tryhackme.com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226771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IP address from the ping response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788920"/>
            <a:ext cx="868680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788920"/>
            <a:ext cx="1188720" cy="841248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788920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54480" y="28620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asnlookup.com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322783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IP → find the ASN (e.g. AS14061 = DigitalOcean)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3749040"/>
            <a:ext cx="868680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749040"/>
            <a:ext cx="1188720" cy="841248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749040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54480" y="38221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asn:AS14061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54480" y="418795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Shodan with the ASN filter to find all their services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4663440"/>
            <a:ext cx="8686800" cy="365760"/>
          </a:xfrm>
          <a:prstGeom prst="rect">
            <a:avLst/>
          </a:prstGeom>
          <a:solidFill>
            <a:srgbClr val="1A23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6634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Why? Big companies own their own ASN — you can map all their internet-facing services in one search!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🎯  SHODAN DORKING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84124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'Dorks' are pre-built search queries that find interesting/vulnerable devices. Here are some powerful examples: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4251960" cy="1536192"/>
          </a:xfrm>
          <a:prstGeom prst="rect">
            <a:avLst/>
          </a:prstGeom>
          <a:solidFill>
            <a:srgbClr val="161B22"/>
          </a:solidFill>
          <a:ln w="12700">
            <a:solidFill>
              <a:srgbClr val="FF47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463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💀  Ransomware Detection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3931920" cy="320040"/>
          </a:xfrm>
          <a:prstGeom prst="rect">
            <a:avLst/>
          </a:prstGeom>
          <a:solidFill>
            <a:srgbClr val="0A0E14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828800"/>
            <a:ext cx="379476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has_screenshot:true encrypted attention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OCR on screenshots to find machines taken over by ransomware — a genuinely shocking result!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81728" y="1371600"/>
            <a:ext cx="4251960" cy="1536192"/>
          </a:xfrm>
          <a:prstGeom prst="rect">
            <a:avLst/>
          </a:prstGeom>
          <a:solidFill>
            <a:srgbClr val="161B22"/>
          </a:solidFill>
          <a:ln w="12700">
            <a:solidFill>
              <a:srgbClr val="FF47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18888" y="1463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Industrial Control Systems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18888" y="1828800"/>
            <a:ext cx="3931920" cy="320040"/>
          </a:xfrm>
          <a:prstGeom prst="rect">
            <a:avLst/>
          </a:prstGeom>
          <a:solidFill>
            <a:srgbClr val="0A0E14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2896" y="1828800"/>
            <a:ext cx="379476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screenshot.label:ics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18888" y="224028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ICS/SCADA systems — critical infrastructure like power plants and water facilities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063240"/>
            <a:ext cx="4251960" cy="1536192"/>
          </a:xfrm>
          <a:prstGeom prst="rect">
            <a:avLst/>
          </a:prstGeom>
          <a:solidFill>
            <a:srgbClr val="161B22"/>
          </a:solidFill>
          <a:ln w="12700">
            <a:solidFill>
              <a:srgbClr val="FF47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154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❤️‍🩹  Heartbleed Vulnerability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3931920" cy="320040"/>
          </a:xfrm>
          <a:prstGeom prst="rect">
            <a:avLst/>
          </a:prstGeom>
          <a:solidFill>
            <a:srgbClr val="0A0E14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520440"/>
            <a:ext cx="379476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vuln:CVE-2014-0160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93192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machines still vulnerable to the famous OpenSSL bug (business/academic accounts only)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81728" y="3063240"/>
            <a:ext cx="4251960" cy="1536192"/>
          </a:xfrm>
          <a:prstGeom prst="rect">
            <a:avLst/>
          </a:prstGeom>
          <a:solidFill>
            <a:srgbClr val="161B22"/>
          </a:solidFill>
          <a:ln w="12700">
            <a:solidFill>
              <a:srgbClr val="FF47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18888" y="3154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SolarWinds via Favicon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18888" y="3520440"/>
            <a:ext cx="3931920" cy="320040"/>
          </a:xfrm>
          <a:prstGeom prst="rect">
            <a:avLst/>
          </a:prstGeom>
          <a:solidFill>
            <a:srgbClr val="0A0E14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2896" y="3520440"/>
            <a:ext cx="379476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http.favicon.hash:-1776962843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18888" y="393192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SolarWinds supply chain attack by searching for a specific favicon hash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📡  SHODAN MONITOR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206240" cy="39319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Shodan Monitor lets you watch your own network 24/7. Enter your IP range and Shodan continuously scans it — alerting you when it finds problems.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monitor.shodan.io/dashboard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Tip: Bug bounty hunters use this to monitor OTHER companies' networks and get notified of new vulnerabilities automatically!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6393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Premium product — watch for Black Friday $1 deals!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8686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you: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42519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28016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13167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Open Ports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1554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commonly exposed services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947672"/>
            <a:ext cx="42519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94767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12080" y="1984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Vulnerabilities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22219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issues you must fix now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615184"/>
            <a:ext cx="42519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61518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🚩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12080" y="2651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Ports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28895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ports you might not expect to be open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282696"/>
            <a:ext cx="42519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28269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🔮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12080" y="3319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Vulnerabilities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35570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security risks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950208"/>
            <a:ext cx="42519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95020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212080" y="39867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IPs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2080" y="4224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addresses that need investigation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🧩  EXTENSION &amp; API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206240" cy="3200400"/>
          </a:xfrm>
          <a:prstGeom prst="rect">
            <a:avLst/>
          </a:prstGeom>
          <a:solidFill>
            <a:srgbClr val="161B22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Browser Extension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Shodan Chrome extension to instantly see info about any website you visit: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IP address of the web server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Open ports on that server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700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Geographic location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626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Known security vulnerabilities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3101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Great for bug bounty hunters — instantly triage if a target looks vulnerable!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868680"/>
            <a:ext cx="4206240" cy="3200400"/>
          </a:xfrm>
          <a:prstGeom prst="rect">
            <a:avLst/>
          </a:prstGeom>
          <a:solidFill>
            <a:srgbClr val="161B22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Shodan API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1417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can query Shodan programmatically. Use cases: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947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Write scripts to monitor your company's IPs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2951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Automatically alert when new ports open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6426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Scan for vulnerabilities on schedule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9900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Build your own security dashboards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246120"/>
            <a:ext cx="3931920" cy="594360"/>
          </a:xfrm>
          <a:prstGeom prst="rect">
            <a:avLst/>
          </a:prstGeom>
          <a:solidFill>
            <a:srgbClr val="0A0E14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291840"/>
            <a:ext cx="384048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 a Shodan account to use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4297680"/>
            <a:ext cx="8686800" cy="594360"/>
          </a:xfrm>
          <a:prstGeom prst="rect">
            <a:avLst/>
          </a:prstGeom>
          <a:solidFill>
            <a:srgbClr val="1A23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 Chrome Extension:  chrome.google.com/webstore  →  Search 'Shodan'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 API Docs:  developer.shodan.io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⚖️  ETHICS &amp; LEGAL USE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206240" cy="3931920"/>
          </a:xfrm>
          <a:prstGeom prst="rect">
            <a:avLst/>
          </a:prstGeom>
          <a:solidFill>
            <a:srgbClr val="161B22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68680"/>
            <a:ext cx="420624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Use Shodan to audit YOUR OWN network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91109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Pen test with explicit written permission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4048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View publicly accessible webcams (just observe)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8986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Research &amp; learn from exposed services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39242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Use vuln filters to protect your org (business account)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8862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Report vulnerabilities responsibly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868680"/>
            <a:ext cx="4206240" cy="3931920"/>
          </a:xfrm>
          <a:prstGeom prst="rect">
            <a:avLst/>
          </a:prstGeom>
          <a:solidFill>
            <a:srgbClr val="161B22"/>
          </a:solidFill>
          <a:ln w="25400">
            <a:solidFill>
              <a:srgbClr val="FF475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868680"/>
            <a:ext cx="4206240" cy="4572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868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DON'T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1417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Attack or exploit devices you found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91109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Try to break into password-protected systems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4048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Access private data even if 'publicly visible'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8986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Use Shodan to target individuals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39242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Scan networks without permission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8862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Ignore your country's computer crime laws!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10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SHODAN.IO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2834640" cy="1691640"/>
          </a:xfrm>
          <a:prstGeom prst="rect">
            <a:avLst/>
          </a:prstGeom>
          <a:solidFill>
            <a:srgbClr val="161B22"/>
          </a:solidFill>
          <a:ln w="1016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1280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810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 for Devices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121408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Shodan indexes internet-connected devices — cameras, servers, routers, industrial systems and more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1188720"/>
            <a:ext cx="2834640" cy="1691640"/>
          </a:xfrm>
          <a:prstGeom prst="rect">
            <a:avLst/>
          </a:prstGeom>
          <a:solidFill>
            <a:srgbClr val="161B22"/>
          </a:solidFill>
          <a:ln w="1016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72968" y="1280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🏷️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64408" y="1810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Filters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64408" y="2121408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filters like asn:, product:, port:, country: and vuln: to narrow searches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63056" y="1188720"/>
            <a:ext cx="2834640" cy="1691640"/>
          </a:xfrm>
          <a:prstGeom prst="rect">
            <a:avLst/>
          </a:prstGeom>
          <a:solidFill>
            <a:srgbClr val="161B22"/>
          </a:solidFill>
          <a:ln w="1016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63056" y="1280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54496" y="1810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54496" y="2121408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dork queries find specific targets like ransomware victims or vulnerable systems instantly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3063240"/>
            <a:ext cx="2834640" cy="1691640"/>
          </a:xfrm>
          <a:prstGeom prst="rect">
            <a:avLst/>
          </a:prstGeom>
          <a:solidFill>
            <a:srgbClr val="161B22"/>
          </a:solidFill>
          <a:ln w="1016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82880" y="3154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74320" y="36850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Shodan Monitor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3995928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watch your own network and get alerted when vulnerabilities are detected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72968" y="3063240"/>
            <a:ext cx="2834640" cy="1691640"/>
          </a:xfrm>
          <a:prstGeom prst="rect">
            <a:avLst/>
          </a:prstGeom>
          <a:solidFill>
            <a:srgbClr val="161B22"/>
          </a:solidFill>
          <a:ln w="1016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172968" y="3154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🧩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264408" y="36850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&amp; API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64408" y="3995928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 for quick recon; API for automated security scripts and monitoring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63056" y="3063240"/>
            <a:ext cx="2834640" cy="1691640"/>
          </a:xfrm>
          <a:prstGeom prst="rect">
            <a:avLst/>
          </a:prstGeom>
          <a:solidFill>
            <a:srgbClr val="161B22"/>
          </a:solidFill>
          <a:ln w="1016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63056" y="3154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254496" y="36850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Responsibly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54496" y="3995928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get permission before testing. Viewing ≠ attacking. Know your local cyber laws!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TryHackMe Room: tryhackme.com/room/shodan   |   Try it yourself at shodan.io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Shodan.io - The Search Engine for the Internet</dc:title>
  <dc:subject>PptxGenJS Presentation</dc:subject>
  <dc:creator>PptxGenJS</dc:creator>
  <cp:lastModifiedBy>PptxGenJS</cp:lastModifiedBy>
  <cp:revision>1</cp:revision>
  <dcterms:created xsi:type="dcterms:W3CDTF">2026-03-12T10:34:18Z</dcterms:created>
  <dcterms:modified xsi:type="dcterms:W3CDTF">2026-03-12T10:34:18Z</dcterms:modified>
</cp:coreProperties>
</file>