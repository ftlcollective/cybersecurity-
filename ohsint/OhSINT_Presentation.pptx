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54864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🕵️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5852160" y="365760"/>
            <a:ext cx="2926080" cy="292608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OhSINT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Intelligence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50292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Room — Cyber Security Group 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429000"/>
            <a:ext cx="1719072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342900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OSINT?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3429000"/>
            <a:ext cx="1719072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03120" y="342900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Metadata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429000"/>
            <a:ext cx="1719072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342900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Footprints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087368"/>
            <a:ext cx="1719072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4087368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4087368"/>
            <a:ext cx="1719072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03120" y="4087368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Geolocation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4087368"/>
            <a:ext cx="1719072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31920" y="4087368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🕵️  WHAT IS OSINT?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Intelligence (OSINT) is the process of gathering and analysing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information to build intelligence on a target.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4251960" cy="1234440"/>
          </a:xfrm>
          <a:prstGeom prst="rect">
            <a:avLst/>
          </a:prstGeom>
          <a:solidFill>
            <a:srgbClr val="1319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20116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51560" y="2029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957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exposed info about your organisation before attackers 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1920240"/>
            <a:ext cx="4251960" cy="1234440"/>
          </a:xfrm>
          <a:prstGeom prst="rect">
            <a:avLst/>
          </a:prstGeom>
          <a:solidFill>
            <a:srgbClr val="1319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20116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04688" y="2029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04688" y="23957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intel on targets during the reconnaissance phase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337560"/>
            <a:ext cx="4251960" cy="1234440"/>
          </a:xfrm>
          <a:prstGeom prst="rect">
            <a:avLst/>
          </a:prstGeom>
          <a:solidFill>
            <a:srgbClr val="1319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" y="34290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51560" y="3447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8130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digital footprints left behind by individuals online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81728" y="3337560"/>
            <a:ext cx="4251960" cy="1234440"/>
          </a:xfrm>
          <a:prstGeom prst="rect">
            <a:avLst/>
          </a:prstGeom>
          <a:solidFill>
            <a:srgbClr val="1319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81728" y="34290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04688" y="3447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38130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leaks, exposed credentials, or mentions of your org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idea: "Any small piece of information can start a chain that reveals far more than expected."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THE CHALLENGE — ONE IMAGE FILE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2011680"/>
          </a:xfrm>
          <a:prstGeom prst="rect">
            <a:avLst/>
          </a:prstGeom>
          <a:solidFill>
            <a:srgbClr val="131929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 single file: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3840480" cy="457200"/>
          </a:xfrm>
          <a:prstGeom prst="rect">
            <a:avLst/>
          </a:prstGeom>
          <a:solidFill>
            <a:srgbClr val="0A0F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19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WindowsXP.jpg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first glance — just a normal image. No visible clues. Nothing obvious.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206240" cy="3977640"/>
          </a:xfrm>
          <a:prstGeom prst="rect">
            <a:avLst/>
          </a:prstGeom>
          <a:solidFill>
            <a:srgbClr val="131929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7 Questions to Answer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44475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38928" y="1444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user's avatar of?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189280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38928" y="1892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city is this person in?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34086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38928" y="23408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SSID of the WAP they connected to?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78892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38928" y="2788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their personal email address?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236976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38928" y="32369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site did you find the email address on?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68503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38928" y="36850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have they gone on holiday?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413308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38928" y="4133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person's password?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301752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6576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 Flow: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 →  Metadata  →  Username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 →  Social Media  →  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BSSID  →  WiFi Network  →  Blog  →  Password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🔬  STEP 1 — EXIF METADATA WITH EXIFTOOL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14800" cy="182880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EXIF Metadata?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file stores hidden data — camera model, timestamp, GPS coordinates, author name, and more. This data is called EXIF (Exchangeable Image File Format) metadata.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343400" cy="1828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ExifTool — The Tool to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716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ExifTool is a free, trusted utility for reading image metadata.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 apt install exiftool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      exiftool WindowsXP.jpg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Online:   exif.tools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7889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from ExifTool on the challenge image: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3136392"/>
            <a:ext cx="8686800" cy="1691640"/>
          </a:xfrm>
          <a:prstGeom prst="rect">
            <a:avLst/>
          </a:prstGeom>
          <a:solidFill>
            <a:srgbClr val="05081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 Latitude   : 54 deg 17' 41.27" 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 Longitude  : 2 deg 15' 1.33" 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Copyright      : OWoodflint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 Position   : 54 deg 17' 41.27" N, 2 deg 15' 1.33" 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77840" y="3291840"/>
            <a:ext cx="3200400" cy="50292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find: username OWoodflint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STEP 2 — TRACING THE DIGITAL FOOTPRINT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Googling the username OWoodflint reveals THREE linked profiles: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2816352" cy="3474720"/>
          </a:xfrm>
          <a:prstGeom prst="rect">
            <a:avLst/>
          </a:prstGeom>
          <a:solidFill>
            <a:srgbClr val="131929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25880"/>
            <a:ext cx="2816352" cy="59436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 Twitter / 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" y="2029968"/>
            <a:ext cx="2560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029968"/>
            <a:ext cx="245059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avatar → a cat 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" y="2898648"/>
            <a:ext cx="2560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898648"/>
            <a:ext cx="245059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their home BSSID publicly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" y="3767328"/>
            <a:ext cx="2560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67328"/>
            <a:ext cx="245059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BSSID: B4:5D:50:AA:86:41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325880"/>
            <a:ext cx="2816352" cy="3474720"/>
          </a:xfrm>
          <a:prstGeom prst="rect">
            <a:avLst/>
          </a:prstGeom>
          <a:solidFill>
            <a:srgbClr val="131929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325880"/>
            <a:ext cx="2816352" cy="59436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2588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10128" y="2029968"/>
            <a:ext cx="2560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2029968"/>
            <a:ext cx="245059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listed as London 🏙️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10128" y="2898648"/>
            <a:ext cx="2560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898648"/>
            <a:ext cx="245059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 visible in profile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0128" y="3767328"/>
            <a:ext cx="2560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3767328"/>
            <a:ext cx="245059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Q2 (city) and Q4 (email)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1325880"/>
            <a:ext cx="2816352" cy="3474720"/>
          </a:xfrm>
          <a:prstGeom prst="rect">
            <a:avLst/>
          </a:prstGeom>
          <a:solidFill>
            <a:srgbClr val="131929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325880"/>
            <a:ext cx="2816352" cy="594360"/>
          </a:xfrm>
          <a:prstGeom prst="rect">
            <a:avLst/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32588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WordPress Blog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81928" y="2029968"/>
            <a:ext cx="2560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2029968"/>
            <a:ext cx="245059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destination mentioned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81928" y="2898648"/>
            <a:ext cx="2560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898648"/>
            <a:ext cx="245059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hidden in page source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81928" y="3767328"/>
            <a:ext cx="2560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767328"/>
            <a:ext cx="245059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text on white background!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Lesson: A single username across platforms creates a trail. One post = multiple linked data points.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 STEP 3 — WIFI GEOLOCATION WITH WIGLE.NET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3931920"/>
          </a:xfrm>
          <a:prstGeom prst="rect">
            <a:avLst/>
          </a:prstGeom>
          <a:solidFill>
            <a:srgbClr val="131929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BSSID?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BSSID (Basic Service Set Identifier) is the unique MAC address of a WiFi access point — essentially your router's physical ID.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Wigle.net?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Wigle.net is a crowdsourced database of WiFi networks worldwide. Anyone can search a BSSID to find the network's name (SSID) and location.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547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931920"/>
            <a:ext cx="0" cy="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13632"/>
            <a:ext cx="3840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 to wigle.net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0" cy="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13632"/>
            <a:ext cx="3840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Click 'Advanced Search'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0" cy="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13632"/>
            <a:ext cx="3840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Enter the BSSID in the BSSID/MAC field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0" cy="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13632"/>
            <a:ext cx="3840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Find the network name (SSID)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5760" y="39136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 to wigle.net  →  Advanced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Paste the BSSID into the search field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Find the network SSID from the results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868680"/>
            <a:ext cx="4206240" cy="3931920"/>
          </a:xfrm>
          <a:prstGeom prst="rect">
            <a:avLst/>
          </a:prstGeom>
          <a:solidFill>
            <a:srgbClr val="131929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Chain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417320"/>
            <a:ext cx="39776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417320"/>
            <a:ext cx="1325880" cy="56692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417320"/>
            <a:ext cx="13258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Post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99632" y="15087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publicly shares their BSSID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1984248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075688"/>
            <a:ext cx="39776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075688"/>
            <a:ext cx="1325880" cy="56692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75688"/>
            <a:ext cx="13258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BSSID Found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99632" y="216712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B4:5D:50:AA:86:41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0" y="2642616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734056"/>
            <a:ext cx="39776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2734056"/>
            <a:ext cx="1325880" cy="56692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734056"/>
            <a:ext cx="13258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Wigle.net Search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9632" y="2825496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BSSID in Advanced Search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75120" y="330098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392424"/>
            <a:ext cx="39776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392424"/>
            <a:ext cx="1325880" cy="56692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392424"/>
            <a:ext cx="13258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SSID Result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99632" y="348386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UnileverWiFi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75120" y="395935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4050792"/>
            <a:ext cx="39776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4050792"/>
            <a:ext cx="1325880" cy="56692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050792"/>
            <a:ext cx="13258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99632" y="41422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pinpointed to London area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🙈  STEP 4 — FINDING HIDDEN DATA IN PAGE SOURCE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2971800"/>
          </a:xfrm>
          <a:prstGeom prst="rect">
            <a:avLst/>
          </a:prstGeom>
          <a:solidFill>
            <a:srgbClr val="131929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White-on-White Trick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WordPress blog, a password was hidden in plain sight — the text colour was set to white (#ffffff) matching the white background, making it invisible to the naked eye.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it: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the page  →  'View Page Source'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(Ctrl+F) for keywords or scroll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hidden elements in the HTML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206240" cy="2971800"/>
          </a:xfrm>
          <a:prstGeom prst="rect">
            <a:avLst/>
          </a:prstGeom>
          <a:solidFill>
            <a:srgbClr val="131929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Source Code: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389888"/>
            <a:ext cx="4023360" cy="1188720"/>
          </a:xfrm>
          <a:prstGeom prst="rect">
            <a:avLst/>
          </a:prstGeom>
          <a:solidFill>
            <a:srgbClr val="050810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44752"/>
            <a:ext cx="3886200" cy="10789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style="color:#ffffff;"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class="has-text-color"&gt;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pennYDr0pper.!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color matches the page background — completely invisible until you read the HTML source!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931920"/>
            <a:ext cx="86868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40050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techniques to look for hidden content: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comments   ·   Font size 0   ·   Off-screen positioning   ·   Display:none CSS   ·   Steganography in images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🛠️  OSINT TOOLS USED IN THIS ROOM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6868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658368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6868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1832" y="941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ExifTool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1234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image metadata — GPS, author, timestamps, camera info. Free &amp; command-line.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41832" y="1783080"/>
            <a:ext cx="3474720" cy="274320"/>
          </a:xfrm>
          <a:prstGeom prst="rect">
            <a:avLst/>
          </a:prstGeom>
          <a:solidFill>
            <a:srgbClr val="050810"/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783080"/>
            <a:ext cx="34015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exiftool filename.jpg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81728" y="86868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1728" y="86868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81728" y="868680"/>
            <a:ext cx="658368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86868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941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(Search Engine)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234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usernames, emails, or phrases. Often the fastest way to find linked profiles.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1783080"/>
            <a:ext cx="3474720" cy="274320"/>
          </a:xfrm>
          <a:prstGeom prst="rect">
            <a:avLst/>
          </a:prstGeom>
          <a:solidFill>
            <a:srgbClr val="050810"/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783080"/>
            <a:ext cx="34015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"OWoodflint" site:twitter.com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28600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" y="228600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28600" y="2286000"/>
            <a:ext cx="658368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28600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1832" y="23591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Wigle.net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1832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WiFi network database. Search by BSSID or SSID to geolocate a network.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1832" y="3200400"/>
            <a:ext cx="3474720" cy="274320"/>
          </a:xfrm>
          <a:prstGeom prst="rect">
            <a:avLst/>
          </a:prstGeom>
          <a:solidFill>
            <a:srgbClr val="050810"/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3200400"/>
            <a:ext cx="34015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Search → BSSID field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81728" y="228600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81728" y="228600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🐦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681728" y="2286000"/>
            <a:ext cx="658368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228600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🐦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94960" y="23591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overshare. Usernames, locations, network info — all found here.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94960" y="3200400"/>
            <a:ext cx="3474720" cy="274320"/>
          </a:xfrm>
          <a:prstGeom prst="rect">
            <a:avLst/>
          </a:prstGeom>
          <a:solidFill>
            <a:srgbClr val="050810"/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31536" y="3200400"/>
            <a:ext cx="34015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@OWoodflint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370332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28600" y="370332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🐙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228600" y="3703320"/>
            <a:ext cx="658368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370332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🐙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41832" y="3776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41832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profiles often list real location and email. Check the About section.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41832" y="4617720"/>
            <a:ext cx="3474720" cy="274320"/>
          </a:xfrm>
          <a:prstGeom prst="rect">
            <a:avLst/>
          </a:prstGeom>
          <a:solidFill>
            <a:srgbClr val="050810"/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8408" y="4617720"/>
            <a:ext cx="34015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github.com/OWoodflint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81728" y="370332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81728" y="370332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4681728" y="3703320"/>
            <a:ext cx="658368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3703320"/>
            <a:ext cx="658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394960" y="3776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 Tools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9496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HTML source to uncover hidden text, CSS tricks, or embedded data in web pages.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94960" y="4617720"/>
            <a:ext cx="3474720" cy="274320"/>
          </a:xfrm>
          <a:prstGeom prst="rect">
            <a:avLst/>
          </a:prstGeom>
          <a:solidFill>
            <a:srgbClr val="050810"/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31536" y="4617720"/>
            <a:ext cx="34015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Right-click → View Page Source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KEY OSINT CONCEPTS &amp;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68680"/>
            <a:ext cx="731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73152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960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Tells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" y="130759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carry hidden EXIF data — GPS location, device, author. Always check metadata before anything else.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86868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81728" y="868680"/>
            <a:ext cx="731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👣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681728" y="868680"/>
            <a:ext cx="73152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960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Usernames Create Trails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30759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username across Twitter, GitHub, and WordPress links multiple data sources together into a full profile.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8600" y="2286000"/>
            <a:ext cx="731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228600" y="2286000"/>
            <a:ext cx="73152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Oversharing is Dangerous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" y="272491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a WiFi BSSID casually on Twitter allowed a stranger to identify your home location using Wigle.net.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228600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81728" y="2286000"/>
            <a:ext cx="731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681728" y="2286000"/>
            <a:ext cx="73152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Beyond the Surface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72491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can be hidden in HTML with invisible styling. Always inspect source code — what you see isn't everything.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70332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8600" y="3703320"/>
            <a:ext cx="731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228600" y="3703320"/>
            <a:ext cx="73152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3794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Compounds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3272" y="414223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clue leads to the next. A username → 3 profiles → location, email, BSSID, holiday, and password.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81728" y="3703320"/>
            <a:ext cx="4251960" cy="1298448"/>
          </a:xfrm>
          <a:prstGeom prst="rect">
            <a:avLst/>
          </a:prstGeom>
          <a:solidFill>
            <a:srgbClr val="131929"/>
          </a:solidFill>
          <a:ln w="1016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81728" y="3703320"/>
            <a:ext cx="731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4681728" y="3703320"/>
            <a:ext cx="73152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794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Ethical Use Only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14223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on public data is legal — but using it to stalk, harass, or target individuals is not. Always act responsibly.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OhSINT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 — Solved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86868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640080" cy="6400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152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Analyse Image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ExifTool on WindowsXP.jpg → Find GPS coords + username OWoodflint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865376"/>
            <a:ext cx="86868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865376"/>
            <a:ext cx="640080" cy="6400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865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1901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 Search Twitter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1945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avatar (cat 🐱) + BSSID B4:5D:50:AA:86:41 posted publicly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615184"/>
            <a:ext cx="86868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615184"/>
            <a:ext cx="640080" cy="6400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651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Check GitHub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944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city (London) + personal email address in profile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364992"/>
            <a:ext cx="86868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364992"/>
            <a:ext cx="640080" cy="6400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Wigle.net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6941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BSSID → Discover WiFi SSID: UnileverWiFi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4114800"/>
            <a:ext cx="868680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4114800"/>
            <a:ext cx="640080" cy="6400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151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Read Blog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4439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holiday destination + inspect page source for hidden password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Room: tryhackme.com/room/ohsint   |   Difficulty: Easy   |   Skills: OSINT · Metadata · Recon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OhSINT — Open Source Intelligence</dc:title>
  <dc:subject>PptxGenJS Presentation</dc:subject>
  <dc:creator>PptxGenJS</dc:creator>
  <cp:lastModifiedBy>PptxGenJS</cp:lastModifiedBy>
  <cp:revision>1</cp:revision>
  <dcterms:created xsi:type="dcterms:W3CDTF">2026-03-12T11:50:30Z</dcterms:created>
  <dcterms:modified xsi:type="dcterms:W3CDTF">2026-03-12T11:50:30Z</dcterms:modified>
</cp:coreProperties>
</file>